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60" r:id="rId6"/>
    <p:sldId id="259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024221-B8A7-46CA-A452-AE742063DF78}" v="5" dt="2026-09-01T18:46:53.2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2" d="100"/>
          <a:sy n="82" d="100"/>
        </p:scale>
        <p:origin x="72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1C78-27BC-A15B-6A64-E48F8CDBD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8F334-6B1C-A0AB-A307-B172909B62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9FC24-6178-1FCE-6701-3B968E4FC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A7231-84D3-4EE3-BDAF-D143063B605E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08059-FD2E-64D5-4A10-76DE1FA7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6D0E9-88D6-C099-860A-121EA6EC8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75A9-C92D-42B9-ACE6-5CA6C3A96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839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A8305-AC89-65AE-E209-FA9159799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82497-128E-0D54-D3B1-1A5F77B77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08B92-4B58-E745-6689-DD5B09F82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A7231-84D3-4EE3-BDAF-D143063B605E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7068E-F2B5-D820-57DE-D38F658E7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14F95-21FA-81B7-14D6-F834B2DD6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75A9-C92D-42B9-ACE6-5CA6C3A96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676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BD0E6-CE15-CDE9-ED41-2CAEE8DE2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89934-5BE1-E656-D0BB-11C25AFAB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CE768-560C-3106-AC1B-0EE36B401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A7231-84D3-4EE3-BDAF-D143063B605E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56DD1-C998-85B8-2FC7-9E8365439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18ECA-04A4-1C8F-FE6D-3748B5D38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75A9-C92D-42B9-ACE6-5CA6C3A96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169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E32D2-C649-30C2-4413-411EF8234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155F0-138D-29F5-2483-EAB9E24A4A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22698A-B474-C618-3C68-CD5370511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B132E-2077-370B-DD66-D25F94CFE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A7231-84D3-4EE3-BDAF-D143063B605E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5BB71-2ED6-78D3-FE76-417BD8A24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2B881-773F-E25F-76DB-E8F48A086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75A9-C92D-42B9-ACE6-5CA6C3A96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484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4091-C9F2-B3DD-6DA0-CBB0D56DB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4A918-7847-BDF0-997B-AB08A93B7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8457FA-F4BB-1A27-AEF9-F26B3648C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5FF09F-19EF-A94B-A292-1472866C9D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6E58BF-A0CE-3A4C-46CE-70BAFA0580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14A765-2D16-C629-583E-A0E0F717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A7231-84D3-4EE3-BDAF-D143063B605E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749B4B-BBE6-A536-FA28-7BECF35D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EF373-47C9-011F-09B9-7BC02DCD8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75A9-C92D-42B9-ACE6-5CA6C3A96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631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4A88B-CC4E-D186-913E-915E73DC5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58F6C2-67ED-AC63-728B-D7E725947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A7231-84D3-4EE3-BDAF-D143063B605E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7DE74B-E952-74AB-72C5-063762101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A2A126-C13C-0979-674C-67FB9E665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75A9-C92D-42B9-ACE6-5CA6C3A96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394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DECA21-9483-287A-BA40-D7696DC85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A7231-84D3-4EE3-BDAF-D143063B605E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1A9DEB-E6DD-10C2-D7A6-F00444B22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D007B-AD64-3910-A4EE-8839C5B33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75A9-C92D-42B9-ACE6-5CA6C3A96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497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318FF-464B-DFC8-03AF-9AC990C80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121F9-8418-5DFF-6A1E-C469BA755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825A7-ED1B-46FA-3455-E88D23AFA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F3C5A-F286-F64C-EEF0-A767DC398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A7231-84D3-4EE3-BDAF-D143063B605E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47E6B7-39D6-ECBB-3A06-B0C1A5934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A9037-BB89-B42C-97BB-EF3A3186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75A9-C92D-42B9-ACE6-5CA6C3A96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731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AFF90-5453-E7A2-56C1-65784BE3E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502F34-E4D4-CB28-21A9-2C64854F5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52AEF-CD35-0BDE-AF00-CF401705BE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7301E7-CAF3-4760-4875-B09E25F4A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A7231-84D3-4EE3-BDAF-D143063B605E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11977-E9C3-4396-2053-A3403F757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FF502-EEB3-C063-131C-ACD58FB72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75A9-C92D-42B9-ACE6-5CA6C3A96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76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D75C5-9548-2184-8F4D-24FDB63C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6369A0-59EC-E307-D1D4-4174E6A7BD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3C531-E31C-4B3B-CAE1-324B7B7A4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A7231-84D3-4EE3-BDAF-D143063B605E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BF1C5-C17E-6670-8770-62D9D8519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7F66C-5CB3-BD40-5031-CE250B20A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75A9-C92D-42B9-ACE6-5CA6C3A96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722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384891-AEAB-C699-C233-ED29811286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9ACCB-714E-1208-1E16-BCB28FD24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D1E70-37B1-B44D-72C5-7E5657ED0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A7231-84D3-4EE3-BDAF-D143063B605E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A9034-6E75-FE2D-3F59-292E5789D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A796D-7AA2-BD78-B508-31698901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75A9-C92D-42B9-ACE6-5CA6C3A96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77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031123-A5F9-61BA-6551-6F61782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AD6FB-6DCF-05FE-0B26-CDAB4C519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BAC72-17E6-6FED-D812-3608A30DCD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A7231-84D3-4EE3-BDAF-D143063B605E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B9E66-41FD-DEA1-8875-D67AF7AEEA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081C7-A5D4-64A2-79CA-78F9084F2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C75A9-C92D-42B9-ACE6-5CA6C3A960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501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337EEF-599D-2F2A-69F7-BE17C59D8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55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9335C-602E-E1F6-3058-9439D458F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6B2987-B27B-965A-04AD-94DE6730A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99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EEF78-4C22-21E3-4D51-31266C614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E9851C-6CCA-53B9-759C-226AD5406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66" y="1"/>
            <a:ext cx="122123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9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DAB70-0AAC-2DA1-D690-B12B9172C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7FEF49-95C9-7863-AE4D-B1DB06FD2A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64" y="0"/>
            <a:ext cx="1221233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909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0B556-15B0-A353-8D33-7CB899717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851E2A-3688-A3D3-39AF-3BC0BCAFF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424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2920E-A843-537C-98F2-DD8C0278E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E0FA07-D8D1-EA8A-7F17-C63CC5DE3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343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F655C-9DC5-2ACF-4B82-3FFBC75CF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B13549-E469-7D4F-DE2D-6B028399A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050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69550-AE2C-959B-5E46-8CE092AD6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1EE224-FDC2-377E-682B-CA1EF6E93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709"/>
            <a:ext cx="12192000" cy="685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274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A67F0-09D1-12D3-E3DF-A8DD63DE6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BCC8D4-2645-633A-205E-DDBD22E89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760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8188C-A3A7-A85E-86B3-B006E33A2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B6D337E-C58C-CAC2-4606-7A7BF3D12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1457"/>
            <a:ext cx="5924939" cy="419877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6EA456-5016-8334-2744-3F5E60918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567" y="1861457"/>
            <a:ext cx="6136433" cy="419877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A1CDBB0-1D86-62B4-095B-8CDC649E3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12785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5D00387-4A0F-7B79-41FA-732E4A20777D}"/>
              </a:ext>
            </a:extLst>
          </p:cNvPr>
          <p:cNvCxnSpPr>
            <a:cxnSpLocks/>
          </p:cNvCxnSpPr>
          <p:nvPr/>
        </p:nvCxnSpPr>
        <p:spPr>
          <a:xfrm>
            <a:off x="-121298" y="6176866"/>
            <a:ext cx="1249369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131C644-9A40-92D6-5B53-51AF40C0FF5B}"/>
              </a:ext>
            </a:extLst>
          </p:cNvPr>
          <p:cNvCxnSpPr>
            <a:cxnSpLocks/>
          </p:cNvCxnSpPr>
          <p:nvPr/>
        </p:nvCxnSpPr>
        <p:spPr>
          <a:xfrm>
            <a:off x="-40433" y="1763486"/>
            <a:ext cx="12232433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B330030-AF7D-23AF-214F-2ECAB1ACDAF2}"/>
              </a:ext>
            </a:extLst>
          </p:cNvPr>
          <p:cNvCxnSpPr>
            <a:cxnSpLocks/>
          </p:cNvCxnSpPr>
          <p:nvPr/>
        </p:nvCxnSpPr>
        <p:spPr>
          <a:xfrm>
            <a:off x="12160897" y="1812471"/>
            <a:ext cx="0" cy="4364395"/>
          </a:xfrm>
          <a:prstGeom prst="line">
            <a:avLst/>
          </a:prstGeom>
          <a:ln w="190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50D7D8C-D8EB-C2CC-1273-26F599703D6F}"/>
              </a:ext>
            </a:extLst>
          </p:cNvPr>
          <p:cNvCxnSpPr>
            <a:cxnSpLocks/>
          </p:cNvCxnSpPr>
          <p:nvPr/>
        </p:nvCxnSpPr>
        <p:spPr>
          <a:xfrm>
            <a:off x="0" y="1763486"/>
            <a:ext cx="0" cy="4413380"/>
          </a:xfrm>
          <a:prstGeom prst="line">
            <a:avLst/>
          </a:prstGeom>
          <a:ln w="190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7D3820F-09DC-7BA6-2368-EB222F4F7B56}"/>
              </a:ext>
            </a:extLst>
          </p:cNvPr>
          <p:cNvCxnSpPr>
            <a:cxnSpLocks/>
          </p:cNvCxnSpPr>
          <p:nvPr/>
        </p:nvCxnSpPr>
        <p:spPr>
          <a:xfrm>
            <a:off x="5977811" y="1763486"/>
            <a:ext cx="0" cy="4364395"/>
          </a:xfrm>
          <a:prstGeom prst="line">
            <a:avLst/>
          </a:prstGeom>
          <a:ln w="190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804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Saransh Agrawal</dc:creator>
  <cp:lastModifiedBy>Saransh Agrawal</cp:lastModifiedBy>
  <cp:revision>2</cp:revision>
  <dcterms:created xsi:type="dcterms:W3CDTF">2026-09-01T18:31:22Z</dcterms:created>
  <dcterms:modified xsi:type="dcterms:W3CDTF">2026-09-01T18:48:44Z</dcterms:modified>
</cp:coreProperties>
</file>